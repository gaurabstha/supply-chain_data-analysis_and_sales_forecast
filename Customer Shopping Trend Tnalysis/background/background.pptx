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/>
    <p:restoredTop sz="94681"/>
  </p:normalViewPr>
  <p:slideViewPr>
    <p:cSldViewPr snapToGrid="0">
      <p:cViewPr varScale="1">
        <p:scale>
          <a:sx n="149" d="100"/>
          <a:sy n="149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3F6D-9E1C-CEC2-5374-CEE6A1777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B01EEA-71A8-D69E-4350-95E523F6D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28660-195F-76F5-B617-4F62F2F6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E3C1-64E9-EB37-90BC-D4A461016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FD43-969F-787C-C39A-BEF76680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6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5BB0-33A8-C555-732D-70D6C480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67FA1-051B-3A06-B173-14D87C035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889F3-5A35-B44F-3A9D-A40F7C22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99E19-C027-E7EB-4826-1244C92A8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57498-ED53-0DD9-3230-0A9D42D0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29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3B8C5-E2F8-EFA2-4832-919C6B41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EBB96-08E5-B3B6-5E1B-E3C37CDE0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1B92D-FF07-FF9C-79D9-ED796F6D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96399-1393-F35D-9D12-CF7C2CB26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72ED6-ABB7-071E-689F-35A41F5A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9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71E4-FF7F-6297-6A75-B0080EE33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C566F-E15F-8219-59F0-DCBDAF8C4B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DDCCA-C9A6-D80B-0D52-CDC0B4195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C8E42-4E7B-EC84-B21F-E06A3FC4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88DCA-3EB8-E25B-9E89-4F6CCFEB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B306F-5EA0-0D60-9FB1-609A0A84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407C-A8D1-251C-8BDD-EC092F42A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06D88-23BE-97CB-C4CC-80F3F6B53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E15F-AE02-4503-9957-5F011F3F0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F010F-47C8-C6F1-20BA-757332F5F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342A2-EACE-7C42-86B8-31D55CF99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AF6EA-26AA-7859-7715-270D9CE2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BD88F-8EDA-4085-061F-360385E4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8F7684-A965-0913-2124-B0110E32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5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7D05-47B1-FBBD-43C9-1A1A065B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63B2E9-4264-46F0-3CAF-600A9FC18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7D8C7-C0AA-2B7F-9A6C-A735947F2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CF2B1-11E6-4853-0461-F7C658790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4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8AA9E-ECE4-4317-F3EE-279DBC29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6D22C-53A7-7CA3-536B-865F8A773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270B4-0AD0-076F-BC05-D0E00D16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2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B3B4-A951-C2C4-FB72-CC55377A5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D1178-0E26-7B43-A414-7186BE382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52A6-F87B-F1C8-A6E5-237358115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38BCC-50A3-35FE-0148-A361C15C2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EEAEF-3F71-A3E0-E722-957A6F5E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72BB7-90D3-1793-5CBD-044B0B23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35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91D1-D3C2-911B-03B4-2102D1F5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E7DB00-8296-7CBE-758C-95343828C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A6A40-2A08-48C7-52E4-C9ECF5125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7CC09-FCC4-AAF4-4B3D-2CD057F76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22379-CF8C-5154-D9CF-95B18D7E8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39121-B695-02BE-7377-FE7C8ADE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6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4C91-3F6A-426E-1950-545A53F0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8CB5F-63E2-AC22-B509-F034E8F90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07D7E-303E-E678-BBED-25BED4BC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39E7-124D-5E5B-78E5-7B23D64A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EA6CB-FC9C-8635-B361-A0C52CDF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6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6B55F-9F60-C27B-E667-CA6805479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87447-36BF-88B2-D9F9-B9B5242A0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14B3E-D677-3FE4-E7E8-2D455D041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4C7C0-736B-40A1-B167-0B0C6FFB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0077D-A75E-5FCB-90F7-6C408D09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9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E39E1-8CD4-E3B7-191E-F00C06467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FA0AE-C4C5-BA42-80B0-04EA7E126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C55D6-ACDB-8581-C030-C3E5E2F134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62DF4-AACF-1F4F-8888-16387F259C01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07CC6-EFE9-420A-548B-E5D572E63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A87B7-CC99-0385-69B3-411CBDA5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934ED-6B6A-5B49-B446-CCB03BFB4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60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6986061B-5F8A-7B7F-DAD2-1BA372AA987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04DA4F6-6DDE-875B-CD88-768607B7B38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03B85A8F-9BF9-62EB-9653-FCF04D6431E8}"/>
                </a:ext>
              </a:extLst>
            </p:cNvPr>
            <p:cNvSpPr/>
            <p:nvPr/>
          </p:nvSpPr>
          <p:spPr>
            <a:xfrm>
              <a:off x="120409" y="87751"/>
              <a:ext cx="4572000" cy="7160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7FDD9F0-EF0A-7CC8-ED7D-CA4A3900446D}"/>
                </a:ext>
              </a:extLst>
            </p:cNvPr>
            <p:cNvSpPr/>
            <p:nvPr/>
          </p:nvSpPr>
          <p:spPr>
            <a:xfrm>
              <a:off x="4860513" y="87751"/>
              <a:ext cx="1674563" cy="7160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33DC481-7FB2-332B-B79E-2F691231A64D}"/>
                </a:ext>
              </a:extLst>
            </p:cNvPr>
            <p:cNvSpPr/>
            <p:nvPr/>
          </p:nvSpPr>
          <p:spPr>
            <a:xfrm>
              <a:off x="6703180" y="87751"/>
              <a:ext cx="1674563" cy="7160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F06E495-D367-A99B-024B-0BBDC1C65662}"/>
                </a:ext>
              </a:extLst>
            </p:cNvPr>
            <p:cNvSpPr/>
            <p:nvPr/>
          </p:nvSpPr>
          <p:spPr>
            <a:xfrm>
              <a:off x="10388514" y="87751"/>
              <a:ext cx="1674563" cy="7160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DB7AE86-9CE1-398F-A5FA-2B3B87565826}"/>
                </a:ext>
              </a:extLst>
            </p:cNvPr>
            <p:cNvSpPr/>
            <p:nvPr/>
          </p:nvSpPr>
          <p:spPr>
            <a:xfrm>
              <a:off x="8545847" y="87751"/>
              <a:ext cx="1674563" cy="7160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9FE1206-3D7E-719E-B990-E6C428AE2B97}"/>
                </a:ext>
              </a:extLst>
            </p:cNvPr>
            <p:cNvSpPr/>
            <p:nvPr/>
          </p:nvSpPr>
          <p:spPr>
            <a:xfrm>
              <a:off x="131041" y="988914"/>
              <a:ext cx="2197492" cy="8489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5D4EAF31-2BCC-31C6-2E6C-258EC5FF89ED}"/>
                </a:ext>
              </a:extLst>
            </p:cNvPr>
            <p:cNvSpPr/>
            <p:nvPr/>
          </p:nvSpPr>
          <p:spPr>
            <a:xfrm>
              <a:off x="2558098" y="982140"/>
              <a:ext cx="2197488" cy="8489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886F59B-ECEE-4638-0629-DCFD1E2E897F}"/>
                </a:ext>
              </a:extLst>
            </p:cNvPr>
            <p:cNvSpPr/>
            <p:nvPr/>
          </p:nvSpPr>
          <p:spPr>
            <a:xfrm>
              <a:off x="131042" y="1984305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9D3D85A-3D4A-E79B-CA92-7D5E00CCB3C8}"/>
                </a:ext>
              </a:extLst>
            </p:cNvPr>
            <p:cNvSpPr/>
            <p:nvPr/>
          </p:nvSpPr>
          <p:spPr>
            <a:xfrm>
              <a:off x="9201436" y="4450815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10C2A7D-01C3-671B-0B6B-374838319018}"/>
                </a:ext>
              </a:extLst>
            </p:cNvPr>
            <p:cNvSpPr/>
            <p:nvPr/>
          </p:nvSpPr>
          <p:spPr>
            <a:xfrm>
              <a:off x="3154507" y="2011845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4538B753-AA15-6EDB-EB4E-CFCDB599151A}"/>
                </a:ext>
              </a:extLst>
            </p:cNvPr>
            <p:cNvSpPr/>
            <p:nvPr/>
          </p:nvSpPr>
          <p:spPr>
            <a:xfrm>
              <a:off x="6177972" y="1984304"/>
              <a:ext cx="2861639" cy="2298850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C6323388-F1BC-F888-89AF-BCA2E0FA26A5}"/>
                </a:ext>
              </a:extLst>
            </p:cNvPr>
            <p:cNvSpPr/>
            <p:nvPr/>
          </p:nvSpPr>
          <p:spPr>
            <a:xfrm>
              <a:off x="9201436" y="1984304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B7E28204-07A3-3701-92B7-AF0E26E60F34}"/>
                </a:ext>
              </a:extLst>
            </p:cNvPr>
            <p:cNvSpPr/>
            <p:nvPr/>
          </p:nvSpPr>
          <p:spPr>
            <a:xfrm>
              <a:off x="6177971" y="4450814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 dirty="0"/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60B7E41A-D4BA-001A-D02A-63C15A73AF16}"/>
                </a:ext>
              </a:extLst>
            </p:cNvPr>
            <p:cNvSpPr/>
            <p:nvPr/>
          </p:nvSpPr>
          <p:spPr>
            <a:xfrm>
              <a:off x="3154506" y="4450814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A48307D2-C967-D5ED-37FA-561FF1D08F8B}"/>
                </a:ext>
              </a:extLst>
            </p:cNvPr>
            <p:cNvSpPr/>
            <p:nvPr/>
          </p:nvSpPr>
          <p:spPr>
            <a:xfrm>
              <a:off x="131041" y="4450815"/>
              <a:ext cx="2861639" cy="2271309"/>
            </a:xfrm>
            <a:prstGeom prst="roundRect">
              <a:avLst>
                <a:gd name="adj" fmla="val 546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69C33F5-49D2-96A5-C9E0-500084CFBCA6}"/>
                </a:ext>
              </a:extLst>
            </p:cNvPr>
            <p:cNvSpPr/>
            <p:nvPr/>
          </p:nvSpPr>
          <p:spPr>
            <a:xfrm>
              <a:off x="7412204" y="950021"/>
              <a:ext cx="2197488" cy="8489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5CE9F83D-E90F-728C-0B6C-DB30B053C282}"/>
                </a:ext>
              </a:extLst>
            </p:cNvPr>
            <p:cNvSpPr/>
            <p:nvPr/>
          </p:nvSpPr>
          <p:spPr>
            <a:xfrm>
              <a:off x="4985151" y="970569"/>
              <a:ext cx="2197488" cy="8489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8B462B27-4885-A018-5955-1AC32BD6BE2D}"/>
                </a:ext>
              </a:extLst>
            </p:cNvPr>
            <p:cNvSpPr/>
            <p:nvPr/>
          </p:nvSpPr>
          <p:spPr>
            <a:xfrm>
              <a:off x="9839258" y="960656"/>
              <a:ext cx="2197488" cy="84899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935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GAURAB SHRESTHA</dc:creator>
  <cp:lastModifiedBy>GAURAB SHRESTHA</cp:lastModifiedBy>
  <cp:revision>3</cp:revision>
  <dcterms:created xsi:type="dcterms:W3CDTF">2025-12-03T08:46:28Z</dcterms:created>
  <dcterms:modified xsi:type="dcterms:W3CDTF">2025-12-05T07:12:52Z</dcterms:modified>
</cp:coreProperties>
</file>